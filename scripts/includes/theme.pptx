
<file path=[Content_Types].xml>
<?xml version="1.0" encoding="UTF-8" standalone="yes"?><Types xmlns="http://schemas.openxmlformats.org/package/2006/content-types"><Default Extension="jpeg" ContentType="image/jpeg" /><Default Extension="rels" ContentType="application/vnd.openxmlformats-package.relationships+xml" /><Default Extension="xml" ContentType="application/xml" /><Override PartName="/ppt/presentation.xml" ContentType="application/vnd.openxmlformats-officedocument.presentationml.presentation.main+xml" /><Override PartName="/ppt/slideMasters/slideMaster1.xml" ContentType="application/vnd.openxmlformats-officedocument.presentationml.slideMaster+xml" /><Override PartName="/ppt/slides/slide1.xml" ContentType="application/vnd.openxmlformats-officedocument.presentationml.slide+xml" /><Override PartName="/ppt/presProps.xml" ContentType="application/vnd.openxmlformats-officedocument.presentationml.presProps+xml" /><Override PartName="/ppt/viewProps.xml" ContentType="application/vnd.openxmlformats-officedocument.presentationml.viewProps+xml" /><Override PartName="/ppt/theme/theme1.xml" ContentType="application/vnd.openxmlformats-officedocument.theme+xml" /><Override PartName="/ppt/tableStyles.xml" ContentType="application/vnd.openxmlformats-officedocument.presentationml.tableStyles+xml" /><Override PartName="/ppt/slideLayouts/slideLayout1.xml" ContentType="application/vnd.openxmlformats-officedocument.presentationml.slideLayout+xml" /><Override PartName="/ppt/slideLayouts/slideLayout2.xml" ContentType="application/vnd.openxmlformats-officedocument.presentationml.slideLayout+xml" /><Override PartName="/ppt/slideLayouts/slideLayout3.xml" ContentType="application/vnd.openxmlformats-officedocument.presentationml.slideLayout+xml" /><Override PartName="/ppt/slideLayouts/slideLayout4.xml" ContentType="application/vnd.openxmlformats-officedocument.presentationml.slideLayout+xml" /><Override PartName="/ppt/slideLayouts/slideLayout5.xml" ContentType="application/vnd.openxmlformats-officedocument.presentationml.slideLayout+xml" /><Override PartName="/ppt/slideLayouts/slideLayout6.xml" ContentType="application/vnd.openxmlformats-officedocument.presentationml.slideLayout+xml" /><Override PartName="/ppt/slideLayouts/slideLayout7.xml" ContentType="application/vnd.openxmlformats-officedocument.presentationml.slideLayout+xml" /><Override PartName="/ppt/slideLayouts/slideLayout8.xml" ContentType="application/vnd.openxmlformats-officedocument.presentationml.slideLayout+xml" /><Override PartName="/ppt/slideLayouts/slideLayout9.xml" ContentType="application/vnd.openxmlformats-officedocument.presentationml.slideLayout+xml" /><Override PartName="/ppt/slideLayouts/slideLayout10.xml" ContentType="application/vnd.openxmlformats-officedocument.presentationml.slideLayout+xml" /><Override PartName="/ppt/slideLayouts/slideLayout11.xml" ContentType="application/vnd.openxmlformats-officedocument.presentationml.slideLayout+xml" /><Override PartName="/ppt/theme/theme2.xml" ContentType="application/vnd.openxmlformats-officedocument.theme+xml" /><Override PartName="/docProps/core.xml" ContentType="application/vnd.openxmlformats-package.core-properties+xml" /><Override PartName="/docProps/app.xml" ContentType="application/vnd.openxmlformats-officedocument.extended-properties+xml" />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5="http://schemas.microsoft.com/office/powerpoint/2012/main" saveSubsetFonts="1" autoCompressPictures="0">
  <p:sldMasterIdLst>
    <p:sldMasterId id="214748375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  <p:ext uri="{2D200454-40CA-4A62-9FC3-DE9A4176ACB9}">
      <p15:notes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A8D3D1C0-5F7E-4F61-9B8A-3C64E8B4F201}">
  <a:tblStyle styleId="{A8D3D1C0-5F7E-4F61-9B8A-3C64E8B4F201}" styleName="Modern Sage">
    <a:wholeTbl>
      <a:tcTxStyle>
        <a:fontRef idx="minor">
          <a:srgbClr val="22313F"/>
        </a:fontRef>
        <a:srgbClr val="22313F"/>
      </a:tcTxStyle>
      <a:tcStyle>
        <a:tcBdr>
          <a:left>
            <a:ln w="12700" cmpd="sng">
              <a:solidFill>
                <a:srgbClr val="D8DFDC"/>
              </a:solidFill>
            </a:ln>
          </a:left>
          <a:right>
            <a:ln w="12700" cmpd="sng">
              <a:solidFill>
                <a:srgbClr val="D8DFDC"/>
              </a:solidFill>
            </a:ln>
          </a:right>
          <a:top>
            <a:ln w="12700" cmpd="sng">
              <a:solidFill>
                <a:srgbClr val="D8DFDC"/>
              </a:solidFill>
            </a:ln>
          </a:top>
          <a:bottom>
            <a:ln w="12700" cmpd="sng">
              <a:solidFill>
                <a:srgbClr val="D8DFDC"/>
              </a:solidFill>
            </a:ln>
          </a:bottom>
          <a:insideH>
            <a:ln w="12700" cmpd="sng">
              <a:solidFill>
                <a:srgbClr val="D8DFDC"/>
              </a:solidFill>
            </a:ln>
          </a:insideH>
          <a:insideV>
            <a:ln w="12700" cmpd="sng">
              <a:solidFill>
                <a:srgbClr val="D8DFDC"/>
              </a:solidFill>
            </a:ln>
          </a:insideV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F4EFE8"/>
          </a:solidFill>
        </a:fill>
      </a:tcStyle>
    </a:band1H>
    <a:band2H>
      <a:tcStyle>
        <a:tcBdr/>
        <a:fill>
          <a:solidFill>
            <a:srgbClr val="E7EEEA"/>
          </a:solidFill>
        </a:fill>
      </a:tcStyle>
    </a:band2H>
    <a:firstRow>
      <a:tcTxStyle b="on">
        <a:fontRef idx="minor">
          <a:srgbClr val="FFFFFF"/>
        </a:fontRef>
        <a:srgbClr val="FFFFFF"/>
      </a:tcTxStyle>
      <a:tcStyle>
        <a:tcBdr>
          <a:left>
            <a:ln w="12700" cmpd="sng">
              <a:solidFill>
                <a:srgbClr val="2E4A45"/>
              </a:solidFill>
            </a:ln>
          </a:left>
          <a:right>
            <a:ln w="12700" cmpd="sng">
              <a:solidFill>
                <a:srgbClr val="2E4A45"/>
              </a:solidFill>
            </a:ln>
          </a:right>
          <a:top>
            <a:ln w="12700" cmpd="sng">
              <a:solidFill>
                <a:srgbClr val="2E4A45"/>
              </a:solidFill>
            </a:ln>
          </a:top>
          <a:bottom>
            <a:ln w="12700" cmpd="sng">
              <a:solidFill>
                <a:srgbClr val="2E4A45"/>
              </a:solidFill>
            </a:ln>
          </a:bottom>
          <a:insideH>
            <a:ln w="12700" cmpd="sng">
              <a:solidFill>
                <a:srgbClr val="2E4A45"/>
              </a:solidFill>
            </a:ln>
          </a:insideH>
          <a:insideV>
            <a:ln w="12700" cmpd="sng">
              <a:solidFill>
                <a:srgbClr val="2E4A45"/>
              </a:solidFill>
            </a:ln>
          </a:insideV>
        </a:tcBdr>
        <a:fill>
          <a:solidFill>
            <a:srgbClr val="2E4A4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36"/>
    <p:restoredTop sz="94717"/>
  </p:normalViewPr>
  <p:slideViewPr>
    <p:cSldViewPr snapToGrid="0">
      <p:cViewPr varScale="1">
        <p:scale>
          <a:sx n="122" d="100"/>
          <a:sy n="122" d="100"/>
        </p:scale>
        <p:origin x="232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
<?xml version="1.0" encoding="UTF-8" standalone="yes"?><Relationships xmlns="http://schemas.openxmlformats.org/package/2006/relationships"><Relationship Id="rId7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883F9-D761-99F5-582F-15047F053D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4265B-0FBC-7C83-D389-3BB4BB07E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80A80-99F8-167A-A913-4BE8B15C0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0F1D1-6C19-4F4B-92BA-F04860C94A09}" type="datetimeFigureOut">
              <a:rPr lang="en-CA" smtClean="0"/>
              <a:t>2024-02-25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E3CC7-6C3F-F29E-2E54-0CFAF531B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07D74-D9F5-ECF3-3F6E-28B2ECDC2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31C1-D099-4540-874C-17240FB731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8514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36BC9-5B0F-BE1B-8458-884A208E89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357600"/>
            <a:ext cx="2743200" cy="363600"/>
          </a:xfrm>
        </p:spPr>
        <p:txBody>
          <a:bodyPr/>
          <a:lstStyle/>
          <a:p>
            <a:fld id="{D220F1D1-6C19-4F4B-92BA-F04860C94A09}" type="datetimeFigureOut">
              <a:rPr lang="en-CA" smtClean="0"/>
              <a:t>2024-02-25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21C93-D4F0-E692-5F9C-2E1182D81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7600"/>
            <a:ext cx="4114800" cy="363600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14862-16CD-4A62-CFF2-0080CA17F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2000" y="6357600"/>
            <a:ext cx="720000" cy="363600"/>
          </a:xfrm>
        </p:spPr>
        <p:txBody>
          <a:bodyPr/>
          <a:lstStyle/>
          <a:p>
            <a:fld id="{A1C531C1-D099-4540-874C-17240FB731D1}" type="slidenum">
              <a:rPr lang="en-CA" smtClean="0"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02827BB-B147-91A8-A11D-867104175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0000"/>
          </a:xfrm>
          <a:noFill/>
        </p:spPr>
        <p:txBody>
          <a:bodyPr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DA5297F-80D8-B31F-C3CE-C6F54DC84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400000"/>
            <a:ext cx="10515600" cy="4600000"/>
          </a:xfrm>
        </p:spPr>
        <p:txBody>
          <a:bodyPr anchor="ctr"/>
          <a:lstStyle>
            <a:lvl1pPr indent="-156600">
              <a:defRPr/>
            </a:lvl1pPr>
            <a:lvl2pPr marL="361800" indent="-156600">
              <a:defRPr/>
            </a:lvl2pPr>
            <a:lvl3pPr marL="540000" indent="-156600">
              <a:defRPr/>
            </a:lvl3pPr>
            <a:lvl4pPr marL="720000" indent="-156600">
              <a:defRPr/>
            </a:lvl4pPr>
            <a:lvl5pPr marL="900000" indent="-15660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24129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6229C-9EC1-B4DF-6AA1-3C33BB039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A5EC7-7790-2323-1022-8215E41AF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64F5D-D314-BB1C-31ED-30D6E3710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0F1D1-6C19-4F4B-92BA-F04860C94A09}" type="datetimeFigureOut">
              <a:rPr lang="en-CA" smtClean="0"/>
              <a:t>2024-02-25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7EF38-59D6-A47C-0498-AA19A57D0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E0377-3617-7F2B-EC9C-6EE4BAD2E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31C1-D099-4540-874C-17240FB731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0619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BD286-86DA-3C20-9DA6-B70B167BC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895" y="600925"/>
            <a:ext cx="4285678" cy="1833813"/>
          </a:xfrm>
        </p:spPr>
        <p:txBody>
          <a:bodyPr anchor="t"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068E3-1E58-A8AA-52B1-F8A5DD7A97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9896" y="2435289"/>
            <a:ext cx="4285677" cy="3821235"/>
          </a:xfrm>
        </p:spPr>
        <p:txBody>
          <a:bodyPr anchor="t"/>
          <a:lstStyle>
            <a:lvl1pPr indent="-156600">
              <a:defRPr sz="2000"/>
            </a:lvl1pPr>
            <a:lvl2pPr marL="361800" indent="-156600">
              <a:defRPr sz="1800"/>
            </a:lvl2pPr>
            <a:lvl3pPr marL="540000" indent="-156600">
              <a:defRPr sz="1600"/>
            </a:lvl3pPr>
            <a:lvl4pPr marL="720000" indent="-156600">
              <a:defRPr sz="1400"/>
            </a:lvl4pPr>
            <a:lvl5pPr marL="900000" indent="-156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59EA5-77E4-7FD8-EC61-65F0A85822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9896" y="6356789"/>
            <a:ext cx="2743200" cy="365125"/>
          </a:xfrm>
        </p:spPr>
        <p:txBody>
          <a:bodyPr/>
          <a:lstStyle/>
          <a:p>
            <a:fld id="{D220F1D1-6C19-4F4B-92BA-F04860C94A09}" type="datetimeFigureOut">
              <a:rPr lang="en-CA" smtClean="0"/>
              <a:t>2024-02-25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E4789C-E1AB-E19E-DF49-46E89AA06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789"/>
            <a:ext cx="4114800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77ADF-1A97-A225-C3E4-89B3399F1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2104" y="6356789"/>
            <a:ext cx="720000" cy="365125"/>
          </a:xfrm>
        </p:spPr>
        <p:txBody>
          <a:bodyPr/>
          <a:lstStyle/>
          <a:p>
            <a:fld id="{A1C531C1-D099-4540-874C-17240FB731D1}" type="slidenum">
              <a:rPr lang="en-CA" smtClean="0"/>
              <a:t>‹#›</a:t>
            </a:fld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987BD2-AE58-4181-3DD9-3C2FF553B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6592" y="601475"/>
            <a:ext cx="7165509" cy="5655600"/>
          </a:xfrm>
        </p:spPr>
        <p:txBody>
          <a:bodyPr anchor="ctr"/>
          <a:lstStyle>
            <a:lvl1pPr indent="-156600">
              <a:defRPr/>
            </a:lvl1pPr>
            <a:lvl2pPr marL="361800" indent="-156600">
              <a:defRPr/>
            </a:lvl2pPr>
            <a:lvl3pPr marL="540000" indent="-156600">
              <a:defRPr/>
            </a:lvl3pPr>
            <a:lvl4pPr marL="720000" indent="-156600">
              <a:defRPr/>
            </a:lvl4pPr>
            <a:lvl5pPr marL="900000" indent="-15660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0995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95BC3-3E43-2C27-EB2A-1CBD1F516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65C75-F7CE-9FB7-0935-38472B711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3F2D6-EE67-DC43-C741-37BF8048F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2181D-6F47-1C8A-7597-280CAC9CF3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38F172-1D14-1BC9-9AC9-B2964F4C0A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BDAC39-D230-F454-96DF-C157490D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0F1D1-6C19-4F4B-92BA-F04860C94A09}" type="datetimeFigureOut">
              <a:rPr lang="en-CA" smtClean="0"/>
              <a:t>2024-02-25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C98BC2-FA26-80C0-B25A-C95B20928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B42E2A-22FC-C20E-76EA-5589F6A5E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31C1-D099-4540-874C-17240FB731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180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08124-9E0F-83FE-D119-2063FF794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E9205A-A8B6-D2D1-E85F-736CD3F3E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0F1D1-6C19-4F4B-92BA-F04860C94A09}" type="datetimeFigureOut">
              <a:rPr lang="en-CA" smtClean="0"/>
              <a:t>2024-02-25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A50168-E59E-2D05-853A-34E993623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5003A-7F7D-6C53-9311-9DDC88A44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31C1-D099-4540-874C-17240FB731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9449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1E7AF7-8501-0D83-0D14-2836DBC70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0F1D1-6C19-4F4B-92BA-F04860C94A09}" type="datetimeFigureOut">
              <a:rPr lang="en-CA" smtClean="0"/>
              <a:t>2024-02-25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6AB9B8-5ABD-CF08-968E-6EF4B93EA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C5D44-54BA-230D-CBBC-BD3515146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31C1-D099-4540-874C-17240FB731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7188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6C629-4976-64D0-36B8-CE03B65DC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198812" cy="16002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D00A7-3135-E62B-5AB1-82EBB2123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601" y="457200"/>
            <a:ext cx="7316788" cy="54117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09C6FB-F7A8-CE39-3885-5EC1FA91B1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198812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1314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311400" marR="0" lvl="2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491400" marR="0" lvl="3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671400" marR="0" lvl="4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  <a:endParaRPr kumimoji="0" lang="en-CA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68C070-48B9-EE7E-B4CD-4BD756600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0F1D1-6C19-4F4B-92BA-F04860C94A09}" type="datetimeFigureOut">
              <a:rPr lang="en-CA" smtClean="0"/>
              <a:t>2024-02-25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8F8B4-6389-2EBB-FA94-631DF381A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D3BCC-8848-B5B3-6BE0-87A11FC19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31C1-D099-4540-874C-17240FB731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6920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5994E-1EC4-9DF6-2300-4BE6EB7F7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198810" cy="16002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AA2AF2-5E78-45AF-52E5-6AA2DF390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038600" y="457200"/>
            <a:ext cx="7316788" cy="579431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D9D297-ABB4-7398-0DB5-7310625EB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198811" cy="419411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1314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311400" marR="0" lvl="2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491400" marR="0" lvl="3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671400" marR="0" lvl="4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  <a:endParaRPr kumimoji="0" lang="en-CA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6F3EAA-CE9F-6465-B992-0F2A001B3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0F1D1-6C19-4F4B-92BA-F04860C94A09}" type="datetimeFigureOut">
              <a:rPr lang="en-CA" smtClean="0"/>
              <a:t>2024-02-25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AC329D-023A-ECAC-C711-3D8DAF8DC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24B7A-C194-0DAE-1AB6-5A09D63C0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3800" y="6349222"/>
            <a:ext cx="720000" cy="365125"/>
          </a:xfrm>
        </p:spPr>
        <p:txBody>
          <a:bodyPr/>
          <a:lstStyle/>
          <a:p>
            <a:fld id="{A1C531C1-D099-4540-874C-17240FB731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7334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79E4B-4EE3-79A2-59F4-ECAE0E222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E9DD4C-16A6-46B2-8353-F1522890F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3C712-94C6-99EA-CA3C-C1A57DFBD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0F1D1-6C19-4F4B-92BA-F04860C94A09}" type="datetimeFigureOut">
              <a:rPr lang="en-CA" smtClean="0"/>
              <a:t>2024-02-25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A8B16-2B6C-E23B-0D5E-3E8C55B7B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C8F3F-530A-F6E0-4AA4-9FCC23CD7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31C1-D099-4540-874C-17240FB731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4947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AF7A7-6092-0E8D-D13D-A6C62CDBC2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BBC40-AF53-5932-E158-5C715BBA5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30363-5F09-C2A7-8B1D-F227DAF72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0F1D1-6C19-4F4B-92BA-F04860C94A09}" type="datetimeFigureOut">
              <a:rPr lang="en-CA" smtClean="0"/>
              <a:t>2024-02-25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713A1-9956-5D6E-F866-9B96CA838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EF5EB-CC3C-6E4A-76FE-70E494424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31C1-D099-4540-874C-17240FB731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1066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9A7EE4-3F5C-7054-8469-777F802A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4A3A1-11B9-2126-6F5A-D6145F7A4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8B3EB-DA04-9050-1E31-1F9C93557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0F1D1-6C19-4F4B-92BA-F04860C94A09}" type="datetimeFigureOut">
              <a:rPr lang="en-CA" smtClean="0"/>
              <a:t>2024-02-25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C88BB-1D70-F597-12CF-6564D6B830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D8A7C-ADCF-245A-3925-7D65240E3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531C1-D099-4540-874C-17240FB731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3136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131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311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491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71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DFD10-67EE-FCD7-D07D-00B57D1BD9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8C68AC-A2E8-827F-E0F7-F080DF6F10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903068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emplate/>
  <ns0:TotalTime>99</ns0:TotalTime>
  <ns0:Words>2</ns0:Words>
  <ns0:Application>Microsoft Macintosh PowerPoint</ns0:Application>
  <ns0:PresentationFormat>Widescreen</ns0:PresentationFormat>
  <ns0:Paragraphs>2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Fonts Used</ns1:lpstr>
      </ns1:variant>
      <ns1:variant>
        <ns1:i4>3</ns1:i4>
      </ns1:variant>
      <ns1:variant>
        <ns1:lpstr>Theme</ns1:lpstr>
      </ns1:variant>
      <ns1:variant>
        <ns1:i4>1</ns1:i4>
      </ns1:variant>
      <ns1:variant>
        <ns1:lpstr>Slide Titles</ns1:lpstr>
      </ns1:variant>
      <ns1:variant>
        <ns1:i4>1</ns1:i4>
      </ns1:variant>
    </ns1:vector>
  </ns0:HeadingPairs>
  <ns0:TitlesOfParts>
    <ns1:vector size="5" baseType="lpstr">
      <ns1:lpstr>Arial</ns1:lpstr>
      <ns1:lpstr>Calibri</ns1:lpstr>
      <ns1:lpstr>Calibri Light</ns1:lpstr>
      <ns1:lpstr>Office Theme</ns1:lpstr>
      <ns1:lpstr>Title</ns1:lpstr>
    </ns1:vector>
  </ns0:TitlesOfParts>
  <ns0:Company/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Paul Stothard</dc:creator>
  <cp:lastModifiedBy>Paul Stothard</cp:lastModifiedBy>
  <cp:revision>39</cp:revision>
  <dcterms:created xsi:type="dcterms:W3CDTF">2023-11-03T21:41:36Z</dcterms:created>
  <dcterms:modified xsi:type="dcterms:W3CDTF">2024-02-26T01:13:12Z</dcterms:modified>
</cp:coreProperties>
</file>